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81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10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35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05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8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7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0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47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18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99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5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Room Controller – TLM Based ESLD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55182"/>
            <a:ext cx="6571343" cy="3450613"/>
          </a:xfrm>
        </p:spPr>
        <p:txBody>
          <a:bodyPr/>
          <a:lstStyle/>
          <a:p>
            <a:r>
              <a:rPr dirty="0" err="1"/>
              <a:t>SystemC</a:t>
            </a:r>
            <a:r>
              <a:rPr dirty="0"/>
              <a:t> + TLM‑2.0 based smart environment controller</a:t>
            </a:r>
          </a:p>
          <a:p>
            <a:r>
              <a:rPr dirty="0"/>
              <a:t>Neethu Jaisan – </a:t>
            </a:r>
            <a:r>
              <a:rPr dirty="0" err="1"/>
              <a:t>M.Tech</a:t>
            </a:r>
            <a:r>
              <a:rPr dirty="0"/>
              <a:t> VLSI Design</a:t>
            </a:r>
          </a:p>
          <a:p>
            <a:r>
              <a:rPr dirty="0"/>
              <a:t>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a Smart Room Controller using SystemC and TLM‑2.0</a:t>
            </a:r>
          </a:p>
          <a:p>
            <a:r>
              <a:t>Reads Temperature, Humidity, and Motion sensor data</a:t>
            </a:r>
          </a:p>
          <a:p>
            <a:r>
              <a:t>Controls fan speed based on environmental conditions</a:t>
            </a:r>
          </a:p>
          <a:p>
            <a:r>
              <a:t>Demonstrates ESL design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Sensor (°C)</a:t>
            </a:r>
          </a:p>
          <a:p>
            <a:r>
              <a:t>Humidity Sensor (%)</a:t>
            </a:r>
          </a:p>
          <a:p>
            <a:r>
              <a:t>PIR Motion Sensor (0/1)</a:t>
            </a:r>
          </a:p>
          <a:p>
            <a:r>
              <a:t>All inputs are sent as TLM transactions from CPU/Testbench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No motion → Fan OFF</a:t>
            </a:r>
          </a:p>
          <a:p>
            <a:r>
              <a:t>2. Temperature &gt; 30°C → High Speed</a:t>
            </a:r>
          </a:p>
          <a:p>
            <a:r>
              <a:t>3. Humidity &gt; 70% → Medium Speed</a:t>
            </a:r>
          </a:p>
          <a:p>
            <a:r>
              <a:t>4. Otherwise → Low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Testbench (Initiator Socket)</a:t>
            </a:r>
          </a:p>
          <a:p>
            <a:r>
              <a:t>↓</a:t>
            </a:r>
          </a:p>
          <a:p>
            <a:r>
              <a:t>TLM Transaction</a:t>
            </a:r>
          </a:p>
          <a:p>
            <a:r>
              <a:t>↓</a:t>
            </a:r>
          </a:p>
          <a:p>
            <a:r>
              <a:t>Smart Controller (Target Socket)</a:t>
            </a:r>
          </a:p>
          <a:p>
            <a:r>
              <a:t>↓</a:t>
            </a:r>
          </a:p>
          <a:p>
            <a:r>
              <a:t>Decision Logic</a:t>
            </a:r>
          </a:p>
          <a:p>
            <a:r>
              <a:t>↓</a:t>
            </a:r>
          </a:p>
          <a:p>
            <a:r>
              <a:t>Fan Speed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Level Modeling (TLM‑2.0)</a:t>
            </a:r>
          </a:p>
          <a:p>
            <a:r>
              <a:t>Blocking transport (b_transport)</a:t>
            </a:r>
          </a:p>
          <a:p>
            <a:r>
              <a:t>Initiator and Target sockets</a:t>
            </a:r>
          </a:p>
          <a:p>
            <a:r>
              <a:t>System-level decision modeling</a:t>
            </a:r>
          </a:p>
          <a:p>
            <a:r>
              <a:t>Random stimulus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sensor values generated</a:t>
            </a:r>
          </a:p>
          <a:p>
            <a:r>
              <a:t>Transactions sent via TLM</a:t>
            </a:r>
          </a:p>
          <a:p>
            <a:r>
              <a:t>Controller evaluates thresholds</a:t>
            </a:r>
          </a:p>
          <a:p>
            <a:r>
              <a:t>Fan state updated</a:t>
            </a:r>
          </a:p>
          <a:p>
            <a:r>
              <a:t>Output printed in console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early-stage ESL modeling</a:t>
            </a:r>
          </a:p>
          <a:p>
            <a:r>
              <a:t>Useful for validating control algorithms before RTL design</a:t>
            </a:r>
          </a:p>
          <a:p>
            <a:r>
              <a:t>Shows how SystemC TLM can model embedded systems efficiently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214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Smart Room Controller – TLM Based ESLD Project</vt:lpstr>
      <vt:lpstr>Project Overview</vt:lpstr>
      <vt:lpstr>System Inputs</vt:lpstr>
      <vt:lpstr>Decision Logic</vt:lpstr>
      <vt:lpstr>Architecture</vt:lpstr>
      <vt:lpstr>Concepts Demonstrated</vt:lpstr>
      <vt:lpstr>Simulation Flow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Neethu Jaisan</cp:lastModifiedBy>
  <cp:revision>2</cp:revision>
  <dcterms:created xsi:type="dcterms:W3CDTF">2013-01-27T09:14:16Z</dcterms:created>
  <dcterms:modified xsi:type="dcterms:W3CDTF">2026-03-15T05:57:05Z</dcterms:modified>
  <cp:category/>
</cp:coreProperties>
</file>